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监盘通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基于 MCP 的资产现场盘点与数字取证平台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数字科创大赛参赛作品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业务痛点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网页、底稿、表格与手机相机反复切换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弱网下容易产生不完整清单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同场多项设备逐项拍照，重复劳动明显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照片、资产与 PDF 依赖人工整理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产品流程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MCP 安全读取项目与盘点资产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完整快照落地，现场可离线工作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统一清单筛选、搜索与批量选择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单项或多项共用照片盘点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自动生成 PDF 与项目 ZIP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核心创新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标准 MCP 替代 WebView 页面抓取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完整快照与稳定身份保护历史证据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一次拍摄关联多项资产，分别形成成果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线上权威数据与本地现场修改分离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安全与可靠性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只读 MCP 工具白名单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Token 经 Android Keystore 与 AES-GCM 加密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失败不覆盖旧凭据和完整清单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当前版本不回写业务系统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自动测试、构建、Release 与 SHA-256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连接竞赛专用 Token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同步测试项目 20250715002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筛选待盘点资产并查看元数据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批量选择同场设备，共用一次拍摄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查看各资产 PDF，断网复核并导出 ZIP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减少数据搬运与重复拍摄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提升弱网环境下的连续作业能力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保持证据与资产关系可追溯</a:t>
            </a:r>
          </a:p>
          <a:p>
            <a:pPr>
              <a:spcAft>
                <a:spcPts val="1400"/>
              </a:spcAft>
              <a:defRPr sz="2000">
                <a:latin typeface="Microsoft YaHei"/>
              </a:defRPr>
            </a:pPr>
            <a:r>
              <a:t>为结构化成果上传和智能复核提供基础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